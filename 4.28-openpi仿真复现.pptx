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600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18E0A3-DEA2-40CE-78E3-808CEEF493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CF5F8D4-75C0-9650-8517-EE30FADF45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4953B12-BC88-E629-A075-0F77E803D2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39F8DC-CC33-41A4-8AEA-030505D47EFB}" type="datetimeFigureOut">
              <a:rPr lang="zh-CN" altLang="en-US" smtClean="0"/>
              <a:t>2026/4/28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38D684D-AC30-D01E-B46E-2FDD5685C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AE67889-09D7-46F1-3DAA-346441DF46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FB187-0C77-4259-A38A-1C98A5449A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03133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794096-8564-E347-B4CC-EBF79D33E8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64D5230-E849-971B-9460-2C33674E72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A823CA3-40FA-2662-C62C-BE5921D7D5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39F8DC-CC33-41A4-8AEA-030505D47EFB}" type="datetimeFigureOut">
              <a:rPr lang="zh-CN" altLang="en-US" smtClean="0"/>
              <a:t>2026/4/28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D3FE79-A877-D12F-3117-D6F1CFFB00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3DC41A1-3499-7AD6-B2F4-F6EA6772C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FB187-0C77-4259-A38A-1C98A5449A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98988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CC2CD0-81DE-BE75-F90D-32AF531FAE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E5A4E3A-F965-80C2-5721-792360BF1A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2AF91EE-E4F3-1DFC-CF6D-8AF927D31E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39F8DC-CC33-41A4-8AEA-030505D47EFB}" type="datetimeFigureOut">
              <a:rPr lang="zh-CN" altLang="en-US" smtClean="0"/>
              <a:t>2026/4/28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5A5277E-1BB9-9CE2-64F8-64AE1252BD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17836D2-8261-A1BA-6DAC-5130DBFAC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FB187-0C77-4259-A38A-1C98A5449A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42321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26D33F-A65A-C7F5-E8C2-BB8AAB74DB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DD3A4D5-B06C-6CB9-5E9F-BFCF21033D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A743470-C648-849C-BCC0-39F53292AB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2AF54EE-9E18-CC67-EEA5-005687C5C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39F8DC-CC33-41A4-8AEA-030505D47EFB}" type="datetimeFigureOut">
              <a:rPr lang="zh-CN" altLang="en-US" smtClean="0"/>
              <a:t>2026/4/28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CC7EBEB-7FDA-8A6F-84CB-96DD09AD3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4839E8F-AA35-CD49-678E-93554E2F8C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FB187-0C77-4259-A38A-1C98A5449A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96251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20130A-8EB9-32C4-2509-825771043A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11B9E9B-6C5C-FCC3-82C3-8B4BB1CC55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97BF1D8-7496-9BB6-A4C1-4988F9E450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788673F-641F-ED09-4E01-EBEF21984D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69AA6BB-BC17-5643-B291-73C581D45D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83C5C07-D1CB-FD14-62DB-EDF6D6C4BA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39F8DC-CC33-41A4-8AEA-030505D47EFB}" type="datetimeFigureOut">
              <a:rPr lang="zh-CN" altLang="en-US" smtClean="0"/>
              <a:t>2026/4/28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010BE3B-88F6-4670-7B44-A921F38BF8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756A1AF-0FF0-D0C6-1353-4C1D89CC7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FB187-0C77-4259-A38A-1C98A5449A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06638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C051F9-26C0-B247-7799-1A323A995D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0AD5D5D-725B-6673-87AD-1A25195C69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39F8DC-CC33-41A4-8AEA-030505D47EFB}" type="datetimeFigureOut">
              <a:rPr lang="zh-CN" altLang="en-US" smtClean="0"/>
              <a:t>2026/4/28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862E45F-11E3-1013-D3EA-3942419068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BD2CFCC-58E3-5ECD-75B6-D9C299187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FB187-0C77-4259-A38A-1C98A5449A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93544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7B6E999-8812-132A-8429-9B23AD05C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39F8DC-CC33-41A4-8AEA-030505D47EFB}" type="datetimeFigureOut">
              <a:rPr lang="zh-CN" altLang="en-US" smtClean="0"/>
              <a:t>2026/4/28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FE86954-313B-BA69-448A-C44737C832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0BEE79C-B38A-5B56-7821-949208BF97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FB187-0C77-4259-A38A-1C98A5449A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43495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4F3BB4-437F-D7ED-9364-AB2485DE32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542E8F3-7127-6652-5157-2D9E206798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2F85415-452F-1ECC-D45C-59666BD393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2FF75D7-BF91-120B-643E-A75E8B8684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39F8DC-CC33-41A4-8AEA-030505D47EFB}" type="datetimeFigureOut">
              <a:rPr lang="zh-CN" altLang="en-US" smtClean="0"/>
              <a:t>2026/4/28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FA1912F-E417-E960-428F-448557BFFC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D5EFED3-CD0D-8488-0673-11B8089CC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FB187-0C77-4259-A38A-1C98A5449A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03990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4C5AA4-1DFD-EDA2-CC6E-07273A52CF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217D2A4-1A63-2FBA-288C-08AD9C402B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465CFAF-9C93-90EC-58EB-1AD961748D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5319F1E-A118-30C9-223D-7CEF4B20BB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39F8DC-CC33-41A4-8AEA-030505D47EFB}" type="datetimeFigureOut">
              <a:rPr lang="zh-CN" altLang="en-US" smtClean="0"/>
              <a:t>2026/4/28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3039C06-4B27-18CD-5AAB-8C67E6642F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0AD2D0B-2A25-7D38-D2E7-B97A4B98E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FB187-0C77-4259-A38A-1C98A5449A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98212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D9BA73-7533-8438-2A00-3AC3A4999F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B4AF779-CC62-D9FA-F66A-2A1CDC8438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FDCCB97-AE35-346C-0CB4-647A604903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39F8DC-CC33-41A4-8AEA-030505D47EFB}" type="datetimeFigureOut">
              <a:rPr lang="zh-CN" altLang="en-US" smtClean="0"/>
              <a:t>2026/4/28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CCCDBFD-F9B2-339D-2C8E-004535758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E2F494-2B2A-7FCA-608E-95393100B3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FB187-0C77-4259-A38A-1C98A5449A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63460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6A98CFF-62D2-8398-B43C-E1F29ABAC4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F3DABF-7C37-6AE4-F5A1-0371C6E6BB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39E7639-6077-60ED-D808-2F9310D333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39F8DC-CC33-41A4-8AEA-030505D47EFB}" type="datetimeFigureOut">
              <a:rPr lang="zh-CN" altLang="en-US" smtClean="0"/>
              <a:t>2026/4/28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03FBCF5-B17F-D408-042A-E9A6658FB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B48A140-154D-F010-A87E-DE2B4A179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FB187-0C77-4259-A38A-1C98A5449A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47028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9415B5A-D8A3-26FA-4B43-C55F63510A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2FA3C09-4245-E33A-696F-9CFC39D838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E95CC84-F45D-D72B-8780-00083FB22E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39F8DC-CC33-41A4-8AEA-030505D47EFB}" type="datetimeFigureOut">
              <a:rPr lang="zh-CN" altLang="en-US" smtClean="0"/>
              <a:t>2026/4/28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40E01C0-9A83-16B1-5BF2-DDB7BC61D1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9D50C11-BA4B-1BD4-715B-D44905456F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0FB187-0C77-4259-A38A-1C98A5449A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1640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microsoft.com/office/2007/relationships/media" Target="../media/media2.mp4"/><Relationship Id="rId7" Type="http://schemas.openxmlformats.org/officeDocument/2006/relationships/slideLayout" Target="../slideLayouts/slideLayout1.xml"/><Relationship Id="rId12" Type="http://schemas.openxmlformats.org/officeDocument/2006/relationships/image" Target="../media/image11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video" Target="../media/media3.mp4"/><Relationship Id="rId11" Type="http://schemas.openxmlformats.org/officeDocument/2006/relationships/image" Target="../media/image10.png"/><Relationship Id="rId5" Type="http://schemas.microsoft.com/office/2007/relationships/media" Target="../media/media3.mp4"/><Relationship Id="rId10" Type="http://schemas.openxmlformats.org/officeDocument/2006/relationships/image" Target="../media/image9.png"/><Relationship Id="rId4" Type="http://schemas.openxmlformats.org/officeDocument/2006/relationships/video" Target="../media/media2.mp4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3C85C210-92C8-81FA-B6B6-3E223BE178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981" y="4399044"/>
            <a:ext cx="5763619" cy="1567991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9C6D8908-B535-6395-52F3-B8A8C842FF6A}"/>
              </a:ext>
            </a:extLst>
          </p:cNvPr>
          <p:cNvSpPr txBox="1"/>
          <p:nvPr/>
        </p:nvSpPr>
        <p:spPr>
          <a:xfrm>
            <a:off x="338400" y="498932"/>
            <a:ext cx="28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仿真复现</a:t>
            </a:r>
            <a:r>
              <a:rPr lang="en-US" altLang="zh-CN" dirty="0"/>
              <a:t>openpi0.5VLA</a:t>
            </a:r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66B0447-AB4E-311C-C941-4A6A9DE93893}"/>
              </a:ext>
            </a:extLst>
          </p:cNvPr>
          <p:cNvSpPr txBox="1"/>
          <p:nvPr/>
        </p:nvSpPr>
        <p:spPr>
          <a:xfrm>
            <a:off x="597600" y="1137600"/>
            <a:ext cx="164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1.</a:t>
            </a:r>
            <a:r>
              <a:rPr lang="zh-CN" altLang="en-US" dirty="0"/>
              <a:t>安装</a:t>
            </a:r>
            <a:r>
              <a:rPr lang="en-US" altLang="zh-CN" dirty="0"/>
              <a:t>docker</a:t>
            </a:r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EE8E1D22-A496-946F-ACE5-0E0D264945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981" y="1776268"/>
            <a:ext cx="6447619" cy="2692829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61AA79E3-B171-0BF6-B9CF-9A5B81965A11}"/>
              </a:ext>
            </a:extLst>
          </p:cNvPr>
          <p:cNvSpPr txBox="1"/>
          <p:nvPr/>
        </p:nvSpPr>
        <p:spPr>
          <a:xfrm>
            <a:off x="1616400" y="1506932"/>
            <a:ext cx="3132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/>
              <a:t>4090</a:t>
            </a:r>
            <a:r>
              <a:rPr lang="zh-CN" altLang="en-US" sz="1600" dirty="0"/>
              <a:t>服务器无法连接外网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089D4A97-2F3C-5F2E-0FEC-53E5EAA9DE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981" y="5908081"/>
            <a:ext cx="5257334" cy="729173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5D7B3C45-7BED-9712-FE9B-1E3589BF22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3524" y="498932"/>
            <a:ext cx="5838476" cy="1598919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FF42B2E2-3D81-89A6-59B0-A469E8CC2F1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73600" y="2249908"/>
            <a:ext cx="5517485" cy="1510468"/>
          </a:xfrm>
          <a:prstGeom prst="rect">
            <a:avLst/>
          </a:prstGeom>
        </p:spPr>
      </p:pic>
      <p:pic>
        <p:nvPicPr>
          <p:cNvPr id="1027" name="Picture 3">
            <a:extLst>
              <a:ext uri="{FF2B5EF4-FFF2-40B4-BE49-F238E27FC236}">
                <a16:creationId xmlns:a16="http://schemas.microsoft.com/office/drawing/2014/main" id="{1B9C33AF-E6C8-DBD8-7E2C-F835D8D6E6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0157" y="4701772"/>
            <a:ext cx="10003723" cy="11159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Rectangle 4">
            <a:extLst>
              <a:ext uri="{FF2B5EF4-FFF2-40B4-BE49-F238E27FC236}">
                <a16:creationId xmlns:a16="http://schemas.microsoft.com/office/drawing/2014/main" id="{D0A1E52F-1974-BA87-A081-A507CB2C65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27079" y="4399044"/>
            <a:ext cx="4871672" cy="82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35832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137873-7A02-3205-0B84-3291F5077D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DBD5685A-2C33-051E-305E-0327E9950007}"/>
              </a:ext>
            </a:extLst>
          </p:cNvPr>
          <p:cNvSpPr txBox="1"/>
          <p:nvPr/>
        </p:nvSpPr>
        <p:spPr>
          <a:xfrm>
            <a:off x="338400" y="498932"/>
            <a:ext cx="28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仿真复现</a:t>
            </a:r>
            <a:r>
              <a:rPr lang="en-US" altLang="zh-CN" dirty="0"/>
              <a:t>openpi0.5VLA</a:t>
            </a: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76F01FC-0AF7-87F5-F7DA-2C0169AFA78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8400" y="1718479"/>
            <a:ext cx="5517032" cy="3421042"/>
          </a:xfrm>
          <a:prstGeom prst="rect">
            <a:avLst/>
          </a:prstGeom>
        </p:spPr>
      </p:pic>
      <p:pic>
        <p:nvPicPr>
          <p:cNvPr id="23" name="视频 22">
            <a:hlinkClick r:id="" action="ppaction://media"/>
            <a:extLst>
              <a:ext uri="{FF2B5EF4-FFF2-40B4-BE49-F238E27FC236}">
                <a16:creationId xmlns:a16="http://schemas.microsoft.com/office/drawing/2014/main" id="{E08B920F-01CC-74CA-237E-429EBBDBBCBC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9679500" y="134739"/>
            <a:ext cx="1980000" cy="1980000"/>
          </a:xfrm>
          <a:prstGeom prst="rect">
            <a:avLst/>
          </a:prstGeom>
        </p:spPr>
      </p:pic>
      <p:sp>
        <p:nvSpPr>
          <p:cNvPr id="24" name="文本框 23">
            <a:extLst>
              <a:ext uri="{FF2B5EF4-FFF2-40B4-BE49-F238E27FC236}">
                <a16:creationId xmlns:a16="http://schemas.microsoft.com/office/drawing/2014/main" id="{9C69A0AA-E2C8-00FE-2CCD-A097731C53C0}"/>
              </a:ext>
            </a:extLst>
          </p:cNvPr>
          <p:cNvSpPr txBox="1"/>
          <p:nvPr/>
        </p:nvSpPr>
        <p:spPr>
          <a:xfrm>
            <a:off x="5690430" y="709240"/>
            <a:ext cx="37050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rollout_pick_up_the_black_bowl_</a:t>
            </a:r>
            <a:r>
              <a:rPr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_the_top_drawer_of_the_wooden_cabinet_and_place_it_on_the_plate_success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6" name="视频 25">
            <a:hlinkClick r:id="" action="ppaction://media"/>
            <a:extLst>
              <a:ext uri="{FF2B5EF4-FFF2-40B4-BE49-F238E27FC236}">
                <a16:creationId xmlns:a16="http://schemas.microsoft.com/office/drawing/2014/main" id="{9669A08C-564C-944C-2FA3-876E9146F7E8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9679500" y="2362592"/>
            <a:ext cx="1980000" cy="1980000"/>
          </a:xfrm>
          <a:prstGeom prst="rect">
            <a:avLst/>
          </a:prstGeom>
        </p:spPr>
      </p:pic>
      <p:sp>
        <p:nvSpPr>
          <p:cNvPr id="28" name="文本框 27">
            <a:extLst>
              <a:ext uri="{FF2B5EF4-FFF2-40B4-BE49-F238E27FC236}">
                <a16:creationId xmlns:a16="http://schemas.microsoft.com/office/drawing/2014/main" id="{EE7BBA92-A04F-561D-A110-D05BED5A7786}"/>
              </a:ext>
            </a:extLst>
          </p:cNvPr>
          <p:cNvSpPr txBox="1"/>
          <p:nvPr/>
        </p:nvSpPr>
        <p:spPr>
          <a:xfrm>
            <a:off x="5925600" y="2687179"/>
            <a:ext cx="361622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rollout_pick_up_the_black_bowl_on_the_</a:t>
            </a:r>
            <a:r>
              <a:rPr lang="zh-CN" altLang="en-US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cookie_box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_and_place_it_on_the_plate_success</a:t>
            </a:r>
          </a:p>
        </p:txBody>
      </p:sp>
      <p:pic>
        <p:nvPicPr>
          <p:cNvPr id="30" name="视频 29">
            <a:hlinkClick r:id="" action="ppaction://media"/>
            <a:extLst>
              <a:ext uri="{FF2B5EF4-FFF2-40B4-BE49-F238E27FC236}">
                <a16:creationId xmlns:a16="http://schemas.microsoft.com/office/drawing/2014/main" id="{2A35BEBC-5626-8FE4-725B-70C4937E1655}"/>
              </a:ext>
            </a:extLst>
          </p:cNvPr>
          <p:cNvPicPr>
            <a:picLocks noChangeAspect="1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9679500" y="4603900"/>
            <a:ext cx="1980000" cy="1980000"/>
          </a:xfrm>
          <a:prstGeom prst="rect">
            <a:avLst/>
          </a:prstGeom>
        </p:spPr>
      </p:pic>
      <p:sp>
        <p:nvSpPr>
          <p:cNvPr id="32" name="文本框 31">
            <a:extLst>
              <a:ext uri="{FF2B5EF4-FFF2-40B4-BE49-F238E27FC236}">
                <a16:creationId xmlns:a16="http://schemas.microsoft.com/office/drawing/2014/main" id="{BA6C6A28-2319-C946-E0D7-13EC82EA0D1D}"/>
              </a:ext>
            </a:extLst>
          </p:cNvPr>
          <p:cNvSpPr txBox="1"/>
          <p:nvPr/>
        </p:nvSpPr>
        <p:spPr>
          <a:xfrm>
            <a:off x="5925600" y="5139521"/>
            <a:ext cx="361622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rollout_pick_up_the_black_bowl_</a:t>
            </a:r>
            <a:r>
              <a:rPr lang="zh-CN" altLang="en-US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_the_wooden_cabinet_and_place_it_on_the_plate_failure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8BFFE88-6C3E-423D-E94E-043BD7834CED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2803" y="5684515"/>
            <a:ext cx="4908424" cy="572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22688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2000" fill="hold"/>
                                        <p:tgtEl>
                                          <p:spTgt spid="3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8" dur="7900" fill="hold"/>
                                        <p:tgtEl>
                                          <p:spTgt spid="2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9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11500" fill="hold"/>
                                        <p:tgtEl>
                                          <p:spTgt spid="2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11" repeatCount="indefinite" fill="hold" display="0">
                  <p:stCondLst>
                    <p:cond delay="indefinite"/>
                  </p:stCondLst>
                </p:cTn>
                <p:tgtEl>
                  <p:spTgt spid="23"/>
                </p:tgtEl>
              </p:cMediaNode>
            </p:video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6" dur="1" fill="hold"/>
                                        <p:tgtEl>
                                          <p:spTgt spid="2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  <p:video>
              <p:cMediaNode vol="80000" mute="1">
                <p:cTn id="17" repeatCount="indefinite" fill="hold" display="0">
                  <p:stCondLst>
                    <p:cond delay="indefinite"/>
                  </p:stCondLst>
                </p:cTn>
                <p:tgtEl>
                  <p:spTgt spid="26"/>
                </p:tgtEl>
              </p:cMediaNode>
            </p:video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2" dur="1" fill="hold"/>
                                        <p:tgtEl>
                                          <p:spTgt spid="2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  <p:video>
              <p:cMediaNode vol="80000" mute="1">
                <p:cTn id="23" repeatCount="indefinite" fill="hold" display="0">
                  <p:stCondLst>
                    <p:cond delay="indefinite"/>
                  </p:stCondLst>
                </p:cTn>
                <p:tgtEl>
                  <p:spTgt spid="30"/>
                </p:tgtEl>
              </p:cMediaNode>
            </p:video>
            <p:seq concurrent="1" nextAc="seek">
              <p:cTn id="24" restart="whenNotActive" fill="hold" evtFilter="cancelBubble" nodeType="interactiveSeq">
                <p:stCondLst>
                  <p:cond evt="onClick" delay="0">
                    <p:tgtEl>
                      <p:spTgt spid="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" fill="hold">
                      <p:stCondLst>
                        <p:cond delay="0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8" dur="1" fill="hold"/>
                                        <p:tgtEl>
                                          <p:spTgt spid="3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0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54AA4E-5E96-5CC6-7C54-ED84D5EB04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52DAA0E4-0ED3-FB1D-ADA0-46881DF3B2DC}"/>
              </a:ext>
            </a:extLst>
          </p:cNvPr>
          <p:cNvSpPr txBox="1"/>
          <p:nvPr/>
        </p:nvSpPr>
        <p:spPr>
          <a:xfrm>
            <a:off x="338400" y="498932"/>
            <a:ext cx="28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仿真复现</a:t>
            </a:r>
            <a:r>
              <a:rPr lang="en-US" altLang="zh-CN" dirty="0"/>
              <a:t>openpi0.5VLA</a:t>
            </a:r>
            <a:endParaRPr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06F4B92-2960-4994-7E58-BF9B18F1DBE4}"/>
              </a:ext>
            </a:extLst>
          </p:cNvPr>
          <p:cNvSpPr txBox="1"/>
          <p:nvPr/>
        </p:nvSpPr>
        <p:spPr>
          <a:xfrm>
            <a:off x="601980" y="1150620"/>
            <a:ext cx="26898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2.</a:t>
            </a:r>
            <a:r>
              <a:rPr lang="zh-CN" altLang="en-US" dirty="0"/>
              <a:t>迁移方法探索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7B55281-4180-6B52-F41C-7DF0537813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377" y="1740447"/>
            <a:ext cx="6285644" cy="2520805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C6101760-7D26-6980-54CE-D96E16CD1C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377" y="4728261"/>
            <a:ext cx="6285644" cy="580852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06940E30-ADAF-3024-AF48-6FD85E7C8B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988" y="1662281"/>
            <a:ext cx="5198420" cy="1599079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4D0FEADF-06F7-BEE3-9F11-9B8649CA93AA}"/>
              </a:ext>
            </a:extLst>
          </p:cNvPr>
          <p:cNvSpPr txBox="1"/>
          <p:nvPr/>
        </p:nvSpPr>
        <p:spPr>
          <a:xfrm>
            <a:off x="8313420" y="1150620"/>
            <a:ext cx="18973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机械臂移植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AC3AFC7F-398B-74C0-1B00-1F9DEE326A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8021" y="3339526"/>
            <a:ext cx="4862999" cy="2183982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2D89E41B-0E3D-116A-C0A3-E4BB6D059126}"/>
              </a:ext>
            </a:extLst>
          </p:cNvPr>
          <p:cNvSpPr txBox="1"/>
          <p:nvPr/>
        </p:nvSpPr>
        <p:spPr>
          <a:xfrm>
            <a:off x="8587740" y="5601674"/>
            <a:ext cx="31318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dirty="0"/>
              <a:t>默认机械臂是</a:t>
            </a:r>
            <a:r>
              <a:rPr lang="en-US" altLang="zh-CN" dirty="0"/>
              <a:t>Panda</a:t>
            </a:r>
            <a:r>
              <a:rPr lang="zh-CN" altLang="en-US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97200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140</Words>
  <Application>Microsoft Office PowerPoint</Application>
  <PresentationFormat>宽屏</PresentationFormat>
  <Paragraphs>11</Paragraphs>
  <Slides>3</Slides>
  <Notes>0</Notes>
  <HiddenSlides>0</HiddenSlides>
  <MMClips>3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8" baseType="lpstr">
      <vt:lpstr>等线</vt:lpstr>
      <vt:lpstr>等线 Light</vt:lpstr>
      <vt:lpstr>Arial</vt:lpstr>
      <vt:lpstr>Times New Roman</vt:lpstr>
      <vt:lpstr>Office 主题​​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建国 虞</dc:creator>
  <cp:lastModifiedBy>建国 虞</cp:lastModifiedBy>
  <cp:revision>12</cp:revision>
  <dcterms:created xsi:type="dcterms:W3CDTF">2026-04-28T12:31:28Z</dcterms:created>
  <dcterms:modified xsi:type="dcterms:W3CDTF">2026-04-28T12:47:22Z</dcterms:modified>
</cp:coreProperties>
</file>